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9" r:id="rId3"/>
    <p:sldId id="260" r:id="rId4"/>
    <p:sldId id="262" r:id="rId5"/>
    <p:sldId id="261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61A06-BDBC-42FC-A0C9-F99E0EFF3C2E}" type="datetimeFigureOut">
              <a:rPr lang="en-US" smtClean="0"/>
              <a:t>12/25/2021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C5C4BB1-7789-4145-AAF5-1CACB1F732B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07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61A06-BDBC-42FC-A0C9-F99E0EFF3C2E}" type="datetimeFigureOut">
              <a:rPr lang="en-US" smtClean="0"/>
              <a:t>12/25/2021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4BB1-7789-4145-AAF5-1CACB1F732B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532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61A06-BDBC-42FC-A0C9-F99E0EFF3C2E}" type="datetimeFigureOut">
              <a:rPr lang="en-US" smtClean="0"/>
              <a:t>12/25/2021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4BB1-7789-4145-AAF5-1CACB1F732B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683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61A06-BDBC-42FC-A0C9-F99E0EFF3C2E}" type="datetimeFigureOut">
              <a:rPr lang="en-US" smtClean="0"/>
              <a:t>12/25/2021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4BB1-7789-4145-AAF5-1CACB1F732B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074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61A06-BDBC-42FC-A0C9-F99E0EFF3C2E}" type="datetimeFigureOut">
              <a:rPr lang="en-US" smtClean="0"/>
              <a:t>12/25/2021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4BB1-7789-4145-AAF5-1CACB1F732B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943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61A06-BDBC-42FC-A0C9-F99E0EFF3C2E}" type="datetimeFigureOut">
              <a:rPr lang="en-US" smtClean="0"/>
              <a:t>12/25/2021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4BB1-7789-4145-AAF5-1CACB1F732B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17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61A06-BDBC-42FC-A0C9-F99E0EFF3C2E}" type="datetimeFigureOut">
              <a:rPr lang="en-US" smtClean="0"/>
              <a:t>12/25/2021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4BB1-7789-4145-AAF5-1CACB1F73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6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61A06-BDBC-42FC-A0C9-F99E0EFF3C2E}" type="datetimeFigureOut">
              <a:rPr lang="en-US" smtClean="0"/>
              <a:t>12/25/2021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4BB1-7789-4145-AAF5-1CACB1F732B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583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CC61A06-BDBC-42FC-A0C9-F99E0EFF3C2E}" type="datetimeFigureOut">
              <a:rPr lang="en-US" smtClean="0"/>
              <a:t>12/25/2021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4BB1-7789-4145-AAF5-1CACB1F732B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200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61A06-BDBC-42FC-A0C9-F99E0EFF3C2E}" type="datetimeFigureOut">
              <a:rPr lang="en-US" smtClean="0"/>
              <a:t>12/25/2021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4BB1-7789-4145-AAF5-1CACB1F732B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182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61A06-BDBC-42FC-A0C9-F99E0EFF3C2E}" type="datetimeFigureOut">
              <a:rPr lang="en-US" smtClean="0"/>
              <a:t>12/25/2021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4BB1-7789-4145-AAF5-1CACB1F732B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66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61A06-BDBC-42FC-A0C9-F99E0EFF3C2E}" type="datetimeFigureOut">
              <a:rPr lang="en-US" smtClean="0"/>
              <a:t>12/25/2021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C5C4BB1-7789-4145-AAF5-1CACB1F732B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723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5A359-3E97-47C0-B4E9-F7F0521E4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1591733"/>
            <a:ext cx="8637073" cy="1751996"/>
          </a:xfrm>
        </p:spPr>
        <p:txBody>
          <a:bodyPr>
            <a:noAutofit/>
          </a:bodyPr>
          <a:lstStyle/>
          <a:p>
            <a:endParaRPr lang="en-US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E80D7A-4370-4F9F-9617-824FF1D47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6214"/>
            <a:ext cx="12192000" cy="4857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3CB4A7-D336-4429-8617-5EB82669937D}"/>
              </a:ext>
            </a:extLst>
          </p:cNvPr>
          <p:cNvSpPr txBox="1"/>
          <p:nvPr/>
        </p:nvSpPr>
        <p:spPr>
          <a:xfrm>
            <a:off x="2167468" y="417689"/>
            <a:ext cx="985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Overall</a:t>
            </a:r>
            <a:r>
              <a:rPr lang="en-US" dirty="0"/>
              <a:t>, has </a:t>
            </a:r>
            <a:r>
              <a:rPr lang="en-US" b="1" dirty="0">
                <a:solidFill>
                  <a:schemeClr val="accent2"/>
                </a:solidFill>
              </a:rPr>
              <a:t>technology</a:t>
            </a:r>
            <a:r>
              <a:rPr lang="en-US" dirty="0"/>
              <a:t> helped </a:t>
            </a:r>
            <a:r>
              <a:rPr lang="en-US" b="1" dirty="0">
                <a:solidFill>
                  <a:srgbClr val="00B050"/>
                </a:solidFill>
              </a:rPr>
              <a:t>connect people </a:t>
            </a:r>
            <a:r>
              <a:rPr lang="en-US" dirty="0"/>
              <a:t>or </a:t>
            </a:r>
            <a:r>
              <a:rPr lang="en-US" b="1" dirty="0">
                <a:solidFill>
                  <a:srgbClr val="C00000"/>
                </a:solidFill>
              </a:rPr>
              <a:t>isolate them</a:t>
            </a:r>
            <a:r>
              <a:rPr lang="en-US" dirty="0"/>
              <a:t>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822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5117E8-B9D1-4001-B46A-2DC0958EF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888" y="528040"/>
            <a:ext cx="10092267" cy="476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16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AE7933-ACD6-4507-97C7-BD95A194A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645" y="747889"/>
            <a:ext cx="98552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235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636D3D-03B5-4105-989B-C6CFC66C81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0290" y="1285299"/>
            <a:ext cx="9735710" cy="428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28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0EB50-E996-4E06-9563-D2A7BACB1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E41FDE-828E-4BE0-B7CF-8546B557E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978" y="722895"/>
            <a:ext cx="10318044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837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85834A-4A06-405C-A76F-80AF92EE7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890" y="994128"/>
            <a:ext cx="9717088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456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A8126B-6D1A-4139-BCDE-14BE42C79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466" y="881062"/>
            <a:ext cx="9826978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210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C6C168-7CDA-40C9-B55E-D0E6BAF63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356" y="1332529"/>
            <a:ext cx="9855199" cy="419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52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36AE19-4D30-4833-B23E-2B2CD5AF8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2905"/>
            <a:ext cx="12192000" cy="510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01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7D3425-3BA4-4301-A0CB-D14A07764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2192000" cy="520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71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972318-F6BC-4BA2-8B09-7CF1E7701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778" y="1866900"/>
            <a:ext cx="9945511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58987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59</TotalTime>
  <Words>12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 chance</dc:title>
  <dc:creator>Reem Hamid Mohammed Ahmid</dc:creator>
  <cp:lastModifiedBy>Reem Hamid Mohammed Ahmid</cp:lastModifiedBy>
  <cp:revision>8</cp:revision>
  <dcterms:created xsi:type="dcterms:W3CDTF">2021-12-25T18:55:36Z</dcterms:created>
  <dcterms:modified xsi:type="dcterms:W3CDTF">2021-12-25T19:55:02Z</dcterms:modified>
</cp:coreProperties>
</file>